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6" r:id="rId9"/>
    <p:sldId id="263" r:id="rId10"/>
    <p:sldId id="264" r:id="rId11"/>
    <p:sldId id="265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34"/>
    <p:restoredTop sz="94682"/>
  </p:normalViewPr>
  <p:slideViewPr>
    <p:cSldViewPr snapToGrid="0">
      <p:cViewPr varScale="1">
        <p:scale>
          <a:sx n="69" d="100"/>
          <a:sy n="69" d="100"/>
        </p:scale>
        <p:origin x="216" y="1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E3DFF-13B2-7744-B80A-C29243AED2C0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FFEF1-5CAD-FD46-BDF6-9FD6EBC49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475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E3DFF-13B2-7744-B80A-C29243AED2C0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FFEF1-5CAD-FD46-BDF6-9FD6EBC49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92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E3DFF-13B2-7744-B80A-C29243AED2C0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FFEF1-5CAD-FD46-BDF6-9FD6EBC49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43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E3DFF-13B2-7744-B80A-C29243AED2C0}" type="datetimeFigureOut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FFEF1-5CAD-FD46-BDF6-9FD6EBC49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865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E3DFF-13B2-7744-B80A-C29243AED2C0}" type="datetimeFigureOut">
              <a:rPr lang="en-US" smtClean="0"/>
              <a:t>12/6/25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FFEF1-5CAD-FD46-BDF6-9FD6EBC49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161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E3DFF-13B2-7744-B80A-C29243AED2C0}" type="datetimeFigureOut">
              <a:rPr lang="en-US" smtClean="0"/>
              <a:t>12/6/25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FFEF1-5CAD-FD46-BDF6-9FD6EBC49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55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E3DFF-13B2-7744-B80A-C29243AED2C0}" type="datetimeFigureOut">
              <a:rPr lang="en-US" smtClean="0"/>
              <a:t>12/6/25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FFEF1-5CAD-FD46-BDF6-9FD6EBC49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867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E3DFF-13B2-7744-B80A-C29243AED2C0}" type="datetimeFigureOut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FFEF1-5CAD-FD46-BDF6-9FD6EBC49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053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E3DFF-13B2-7744-B80A-C29243AED2C0}" type="datetimeFigureOut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FFEF1-5CAD-FD46-BDF6-9FD6EBC49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137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E3DFF-13B2-7744-B80A-C29243AED2C0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FFEF1-5CAD-FD46-BDF6-9FD6EBC49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677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E3DFF-13B2-7744-B80A-C29243AED2C0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FFEF1-5CAD-FD46-BDF6-9FD6EBC49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440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F5FE3DFF-13B2-7744-B80A-C29243AED2C0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157FFEF1-5CAD-FD46-BDF6-9FD6EBC49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4815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C39FD-B4E9-63AA-B6AD-8E68F6C723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Sentiment Analysis on Dating App Reviews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5F8D66-4344-AFAC-E713-EDDBF1F43B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Data Science II Final Presentation</a:t>
            </a:r>
          </a:p>
          <a:p>
            <a:r>
              <a:rPr lang="en-US" dirty="0"/>
              <a:t>Carlie Cann, Nolan Dermigny, Kevin Pickelman</a:t>
            </a:r>
          </a:p>
        </p:txBody>
      </p:sp>
    </p:spTree>
    <p:extLst>
      <p:ext uri="{BB962C8B-B14F-4D97-AF65-F5344CB8AC3E}">
        <p14:creationId xmlns:p14="http://schemas.microsoft.com/office/powerpoint/2010/main" val="237950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F1B27-C820-04E7-2EF7-001BBFB40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to Discuss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74FC9-5779-2F89-7EC1-2041A7FAF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Data Acquisition</a:t>
            </a:r>
          </a:p>
          <a:p>
            <a:endParaRPr lang="en-US" dirty="0"/>
          </a:p>
          <a:p>
            <a:r>
              <a:rPr lang="en-US" dirty="0"/>
              <a:t>Data Pre-processing</a:t>
            </a:r>
          </a:p>
          <a:p>
            <a:endParaRPr lang="en-US" dirty="0"/>
          </a:p>
          <a:p>
            <a:r>
              <a:rPr lang="en-US" dirty="0"/>
              <a:t>Sentiment Analysis</a:t>
            </a:r>
          </a:p>
          <a:p>
            <a:endParaRPr lang="en-US" dirty="0"/>
          </a:p>
          <a:p>
            <a:r>
              <a:rPr lang="en-US" dirty="0"/>
              <a:t>Exploring the Data</a:t>
            </a:r>
          </a:p>
          <a:p>
            <a:endParaRPr lang="en-US" dirty="0"/>
          </a:p>
          <a:p>
            <a:r>
              <a:rPr lang="en-US" dirty="0"/>
              <a:t>Modeling</a:t>
            </a:r>
          </a:p>
          <a:p>
            <a:endParaRPr lang="en-US" dirty="0"/>
          </a:p>
          <a:p>
            <a:r>
              <a:rPr lang="en-US" dirty="0"/>
              <a:t>Results &amp; Analysis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986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A4A6B-D53F-A545-E343-66CD80702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Explaining 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5F9D4-F490-0D00-44D6-E25CF5D51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 was found on Kaggle</a:t>
            </a:r>
          </a:p>
          <a:p>
            <a:endParaRPr lang="en-US" dirty="0"/>
          </a:p>
          <a:p>
            <a:r>
              <a:rPr lang="en-US" dirty="0"/>
              <a:t>Contains data from three dating apps (Tinder, Bumble, Hinge)</a:t>
            </a:r>
          </a:p>
          <a:p>
            <a:endParaRPr lang="en-US" dirty="0"/>
          </a:p>
          <a:p>
            <a:r>
              <a:rPr lang="en-US" dirty="0"/>
              <a:t>Includes Reviews and how many people found them useful</a:t>
            </a:r>
          </a:p>
          <a:p>
            <a:endParaRPr lang="en-US" dirty="0"/>
          </a:p>
          <a:p>
            <a:r>
              <a:rPr lang="en-US" dirty="0"/>
              <a:t>Data was gathered from numerous regions throughout the world</a:t>
            </a:r>
          </a:p>
        </p:txBody>
      </p:sp>
    </p:spTree>
    <p:extLst>
      <p:ext uri="{BB962C8B-B14F-4D97-AF65-F5344CB8AC3E}">
        <p14:creationId xmlns:p14="http://schemas.microsoft.com/office/powerpoint/2010/main" val="2556038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5F2F4-A368-439B-8093-272B39F86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Pre-Processing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07E0A-FEB2-75D9-B3FB-93C6256BC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 600k rows of data to process</a:t>
            </a:r>
          </a:p>
          <a:p>
            <a:endParaRPr lang="en-US" dirty="0"/>
          </a:p>
          <a:p>
            <a:r>
              <a:rPr lang="en-US" dirty="0"/>
              <a:t>Had to clean up the reviews column, contained numerous languages and curse words</a:t>
            </a:r>
          </a:p>
          <a:p>
            <a:endParaRPr lang="en-US" dirty="0"/>
          </a:p>
          <a:p>
            <a:r>
              <a:rPr lang="en-US" dirty="0"/>
              <a:t>We separated reviews based on language (focused on English reviews) </a:t>
            </a:r>
          </a:p>
        </p:txBody>
      </p:sp>
    </p:spTree>
    <p:extLst>
      <p:ext uri="{BB962C8B-B14F-4D97-AF65-F5344CB8AC3E}">
        <p14:creationId xmlns:p14="http://schemas.microsoft.com/office/powerpoint/2010/main" val="2678200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3AE47-C6C3-F9E0-E559-DDA8389C0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Sentiment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4BB16-94C8-15CE-EDD6-F4874D5025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732" y="1825625"/>
            <a:ext cx="11116733" cy="4351338"/>
          </a:xfrm>
        </p:spPr>
        <p:txBody>
          <a:bodyPr>
            <a:normAutofit/>
          </a:bodyPr>
          <a:lstStyle/>
          <a:p>
            <a:r>
              <a:rPr lang="en-US" dirty="0"/>
              <a:t>Sentiment Analysis encapsulates how positive or negative words or sentences are</a:t>
            </a:r>
          </a:p>
          <a:p>
            <a:endParaRPr lang="en-US" dirty="0"/>
          </a:p>
          <a:p>
            <a:r>
              <a:rPr lang="en-US" dirty="0"/>
              <a:t>Various libraries exist to conduct this, we used the </a:t>
            </a:r>
            <a:r>
              <a:rPr lang="en-US" dirty="0" err="1"/>
              <a:t>afinn</a:t>
            </a:r>
            <a:r>
              <a:rPr lang="en-US" dirty="0"/>
              <a:t> sentiment score, it is measured on an integer scale from -5 to 5</a:t>
            </a:r>
          </a:p>
          <a:p>
            <a:endParaRPr lang="en-US" dirty="0"/>
          </a:p>
          <a:p>
            <a:r>
              <a:rPr lang="en-US" dirty="0"/>
              <a:t>Nearly negative 5 is a “bad” review, nearly positive 5 is a “good” review</a:t>
            </a:r>
          </a:p>
          <a:p>
            <a:endParaRPr lang="en-US" dirty="0"/>
          </a:p>
          <a:p>
            <a:r>
              <a:rPr lang="en-US" dirty="0"/>
              <a:t>For example, “I am happy” would get an </a:t>
            </a:r>
            <a:r>
              <a:rPr lang="en-US" dirty="0" err="1"/>
              <a:t>afinn</a:t>
            </a:r>
            <a:r>
              <a:rPr lang="en-US" dirty="0"/>
              <a:t> score of nearly 5</a:t>
            </a:r>
          </a:p>
        </p:txBody>
      </p:sp>
    </p:spTree>
    <p:extLst>
      <p:ext uri="{BB962C8B-B14F-4D97-AF65-F5344CB8AC3E}">
        <p14:creationId xmlns:p14="http://schemas.microsoft.com/office/powerpoint/2010/main" val="2384207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F1F96-B267-C60E-5578-81FF77179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the Data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AE0DF66-09B6-FD4A-3AE4-030EBD119F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557" t="4475" r="2491" b="5558"/>
          <a:stretch>
            <a:fillRect/>
          </a:stretch>
        </p:blipFill>
        <p:spPr>
          <a:xfrm>
            <a:off x="4284132" y="2882712"/>
            <a:ext cx="7620469" cy="3230222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CA6E35-D3BD-EB67-2F88-D0C51A7B0740}"/>
              </a:ext>
            </a:extLst>
          </p:cNvPr>
          <p:cNvSpPr txBox="1"/>
          <p:nvPr/>
        </p:nvSpPr>
        <p:spPr>
          <a:xfrm>
            <a:off x="474786" y="1828799"/>
            <a:ext cx="504548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Tinder had over 500k reviews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Bumble had ~ 100k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Hinge had ~ 50k</a:t>
            </a:r>
          </a:p>
        </p:txBody>
      </p:sp>
    </p:spTree>
    <p:extLst>
      <p:ext uri="{BB962C8B-B14F-4D97-AF65-F5344CB8AC3E}">
        <p14:creationId xmlns:p14="http://schemas.microsoft.com/office/powerpoint/2010/main" val="2699317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719BE-862D-3E57-6699-42437F373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the Data (Continued)</a:t>
            </a:r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1C8E1AB-1C35-209A-2582-95278B8BF9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84798" y="3120572"/>
            <a:ext cx="6502142" cy="2734807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A4E9DBD-99EC-0C42-A297-3F72E023505E}"/>
              </a:ext>
            </a:extLst>
          </p:cNvPr>
          <p:cNvSpPr txBox="1"/>
          <p:nvPr/>
        </p:nvSpPr>
        <p:spPr>
          <a:xfrm>
            <a:off x="516465" y="1997188"/>
            <a:ext cx="486833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On average, these apps do not have  highly positive reviews. Mostly neutral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Tinder had the highest average </a:t>
            </a:r>
            <a:r>
              <a:rPr lang="en-US" sz="2800" dirty="0" err="1"/>
              <a:t>afinn</a:t>
            </a:r>
            <a:r>
              <a:rPr lang="en-US" sz="2800" dirty="0"/>
              <a:t> score of 0.89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 fact, the top 20 highest </a:t>
            </a:r>
            <a:r>
              <a:rPr lang="en-US" sz="2800" dirty="0" err="1"/>
              <a:t>afinn</a:t>
            </a:r>
            <a:r>
              <a:rPr lang="en-US" sz="2800" dirty="0"/>
              <a:t> scores all came from Tinder reviews</a:t>
            </a:r>
          </a:p>
        </p:txBody>
      </p:sp>
    </p:spTree>
    <p:extLst>
      <p:ext uri="{BB962C8B-B14F-4D97-AF65-F5344CB8AC3E}">
        <p14:creationId xmlns:p14="http://schemas.microsoft.com/office/powerpoint/2010/main" val="4168217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Content Placeholder 8" descr="A graph of a bar graph&#10;&#10;AI-generated content may be incorrect.">
            <a:extLst>
              <a:ext uri="{FF2B5EF4-FFF2-40B4-BE49-F238E27FC236}">
                <a16:creationId xmlns:a16="http://schemas.microsoft.com/office/drawing/2014/main" id="{46C6C94F-5728-2FFF-242A-1F5FA5B387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7823" y="298003"/>
            <a:ext cx="10016353" cy="6261993"/>
          </a:xfrm>
        </p:spPr>
      </p:pic>
    </p:spTree>
    <p:extLst>
      <p:ext uri="{BB962C8B-B14F-4D97-AF65-F5344CB8AC3E}">
        <p14:creationId xmlns:p14="http://schemas.microsoft.com/office/powerpoint/2010/main" val="613203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6CCC3-B867-5FED-D3CC-8E112E78A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9BAE5-82EC-B1D6-78D1-891F96DDC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used a Support Vector Machine (SVM) to predict </a:t>
            </a:r>
            <a:r>
              <a:rPr lang="en-US" dirty="0" err="1"/>
              <a:t>afinn</a:t>
            </a:r>
            <a:r>
              <a:rPr lang="en-US" dirty="0"/>
              <a:t> scores</a:t>
            </a:r>
          </a:p>
          <a:p>
            <a:endParaRPr lang="en-US" dirty="0"/>
          </a:p>
          <a:p>
            <a:r>
              <a:rPr lang="en-US" dirty="0"/>
              <a:t>Due to the immense size of our data, we modeled on 1000 entries</a:t>
            </a:r>
          </a:p>
          <a:p>
            <a:endParaRPr lang="en-US" dirty="0"/>
          </a:p>
          <a:p>
            <a:r>
              <a:rPr lang="en-US" dirty="0"/>
              <a:t>We followed the </a:t>
            </a:r>
            <a:r>
              <a:rPr lang="en-US" dirty="0" err="1"/>
              <a:t>tidymodels</a:t>
            </a:r>
            <a:r>
              <a:rPr lang="en-US" dirty="0"/>
              <a:t> method for modeling, making a recipe, workflow, and then fitting</a:t>
            </a:r>
          </a:p>
          <a:p>
            <a:endParaRPr lang="en-US" dirty="0"/>
          </a:p>
          <a:p>
            <a:r>
              <a:rPr lang="en-US" dirty="0"/>
              <a:t>Because </a:t>
            </a:r>
            <a:r>
              <a:rPr lang="en-US" dirty="0" err="1"/>
              <a:t>afinn</a:t>
            </a:r>
            <a:r>
              <a:rPr lang="en-US" dirty="0"/>
              <a:t> predicts on a decimal scale, we rounded the results to 1, 2, 3, 4,and  5</a:t>
            </a:r>
          </a:p>
        </p:txBody>
      </p:sp>
    </p:spTree>
    <p:extLst>
      <p:ext uri="{BB962C8B-B14F-4D97-AF65-F5344CB8AC3E}">
        <p14:creationId xmlns:p14="http://schemas.microsoft.com/office/powerpoint/2010/main" val="3415624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5A4B8-9167-D5BC-E72B-A156C4056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SVM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295C6-D16E-5C80-7AF9-5C9116744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SVMs are supervised ML models</a:t>
            </a:r>
          </a:p>
          <a:p>
            <a:endParaRPr lang="en-US" dirty="0"/>
          </a:p>
          <a:p>
            <a:r>
              <a:rPr lang="en-US" dirty="0"/>
              <a:t>Supervised ML means they learn, training on the data</a:t>
            </a:r>
          </a:p>
          <a:p>
            <a:endParaRPr lang="en-US" dirty="0"/>
          </a:p>
          <a:p>
            <a:r>
              <a:rPr lang="en-US" dirty="0"/>
              <a:t>****ADD MORE TO THIS SLIDE*****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916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5A8A3B-8E8B-3AF5-B9A3-6B0B436DC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905" y="100045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dirty="0"/>
              <a:t>Results &amp;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55836-E627-F778-08BE-62C87D148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904" y="1733032"/>
            <a:ext cx="4646905" cy="4413768"/>
          </a:xfrm>
        </p:spPr>
        <p:txBody>
          <a:bodyPr anchor="ctr">
            <a:noAutofit/>
          </a:bodyPr>
          <a:lstStyle/>
          <a:p>
            <a:r>
              <a:rPr lang="en-US" dirty="0"/>
              <a:t>Our model did great at predicting sentiment scores of 1, 2 and 5</a:t>
            </a:r>
          </a:p>
          <a:p>
            <a:endParaRPr lang="en-US" dirty="0"/>
          </a:p>
          <a:p>
            <a:r>
              <a:rPr lang="en-US" dirty="0"/>
              <a:t>It struggled with accurately predicting ratings within the middle</a:t>
            </a:r>
          </a:p>
          <a:p>
            <a:endParaRPr lang="en-US" dirty="0"/>
          </a:p>
          <a:p>
            <a:r>
              <a:rPr lang="en-US" dirty="0"/>
              <a:t>We can view this better with a plot (next slide)</a:t>
            </a:r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E3B53FAA-8928-DA3F-A4EC-C83E3A1A26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07" r="2071" b="-1"/>
          <a:stretch>
            <a:fillRect/>
          </a:stretch>
        </p:blipFill>
        <p:spPr>
          <a:xfrm>
            <a:off x="5860925" y="438136"/>
            <a:ext cx="5323044" cy="5981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423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693BD-F7E7-28BB-CBE6-BF625A503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92" y="161925"/>
            <a:ext cx="10515600" cy="1325563"/>
          </a:xfrm>
        </p:spPr>
        <p:txBody>
          <a:bodyPr/>
          <a:lstStyle/>
          <a:p>
            <a:r>
              <a:rPr lang="en-US" dirty="0"/>
              <a:t>Results &amp; Analysis</a:t>
            </a:r>
          </a:p>
        </p:txBody>
      </p:sp>
      <p:pic>
        <p:nvPicPr>
          <p:cNvPr id="5" name="Picture 4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C34093BD-F4B8-E672-F42A-D81BEDBFA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820" y="1202398"/>
            <a:ext cx="8526359" cy="533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244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BA5BC-7546-0B76-2493-A2C853BE5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&amp;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2CF16-4B92-3A1E-1CC3-559194BEB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067" y="1571625"/>
            <a:ext cx="11150600" cy="4693708"/>
          </a:xfrm>
        </p:spPr>
        <p:txBody>
          <a:bodyPr/>
          <a:lstStyle/>
          <a:p>
            <a:r>
              <a:rPr lang="en-US" dirty="0"/>
              <a:t>We can see most of the predicted ratings were low</a:t>
            </a:r>
          </a:p>
        </p:txBody>
      </p:sp>
      <p:pic>
        <p:nvPicPr>
          <p:cNvPr id="5" name="Picture 4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DA484EB4-DAFD-E6BB-8022-3E9FFCAC3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342" y="2121802"/>
            <a:ext cx="6991739" cy="4371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178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</TotalTime>
  <Words>389</Words>
  <Application>Microsoft Macintosh PowerPoint</Application>
  <PresentationFormat>Widescreen</PresentationFormat>
  <Paragraphs>72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Sentiment Analysis on Dating App Reviews</vt:lpstr>
      <vt:lpstr>Topics to Discuss</vt:lpstr>
      <vt:lpstr>Explaining the Data</vt:lpstr>
      <vt:lpstr>Data Pre-Processing</vt:lpstr>
      <vt:lpstr>Sentiment Analysis</vt:lpstr>
      <vt:lpstr>Exploring the Data</vt:lpstr>
      <vt:lpstr>Exploring the Data (Continued)</vt:lpstr>
      <vt:lpstr>PowerPoint Presentation</vt:lpstr>
      <vt:lpstr>Modeling</vt:lpstr>
      <vt:lpstr>How SVM Works</vt:lpstr>
      <vt:lpstr>Results &amp; Analysis</vt:lpstr>
      <vt:lpstr>Results &amp; Analysis</vt:lpstr>
      <vt:lpstr>Results &amp;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Pickelman, Kevin</dc:creator>
  <cp:lastModifiedBy>Pickelman, Kevin</cp:lastModifiedBy>
  <cp:revision>3</cp:revision>
  <dcterms:created xsi:type="dcterms:W3CDTF">2025-12-06T06:03:21Z</dcterms:created>
  <dcterms:modified xsi:type="dcterms:W3CDTF">2025-12-06T07:04:15Z</dcterms:modified>
</cp:coreProperties>
</file>